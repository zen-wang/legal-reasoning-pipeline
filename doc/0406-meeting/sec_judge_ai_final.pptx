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SEC.gov → 39 structured fields per case → SQLite → CSV / JSON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55448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" y="21031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cases/page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or feed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737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155448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21031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curl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(WAF bypass)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03320" y="1417320"/>
            <a:ext cx="155448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Regex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21031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federal acts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rules + CFR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737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4960" y="1417320"/>
            <a:ext cx="155448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68112" y="21031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 pages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1737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86600" y="1417320"/>
            <a:ext cx="155448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9752" y="21031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063240"/>
            <a:ext cx="8503920" cy="5943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632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curl?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SEC.gov WAF fingerprints TLS handshakes. Python requests and Playwright both get HTTP 403 from datacenter IPs. System curl's native OpenSSL produces an accepted JA3 fingerprint.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902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200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scraped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56032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/ case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80060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3886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04088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Profile — 902 Cases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completeness, class distributions, and coverage gaps from the sample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Completeness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case_title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18288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legal_topic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94560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2377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95.9%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2651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defendant_roles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2926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89.4%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admission_status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32004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64.7%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scheme_duration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3474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49.4%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total_fine_amt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94560" y="3749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40.4%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023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victim_count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40233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297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42976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 / 38 fields filled on average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1325880"/>
            <a:ext cx="27432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Status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(classification target)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0" y="2011680"/>
            <a:ext cx="237744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0" y="2011680"/>
            <a:ext cx="1371600" cy="438912"/>
          </a:xfrm>
          <a:prstGeom prst="rect">
            <a:avLst/>
          </a:prstGeom>
          <a:solidFill>
            <a:srgbClr val="64748B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20116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20116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extracted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0" y="2542032"/>
            <a:ext cx="237744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3474720" y="2542032"/>
            <a:ext cx="1091242" cy="438912"/>
          </a:xfrm>
          <a:prstGeom prst="rect">
            <a:avLst/>
          </a:prstGeom>
          <a:solidFill>
            <a:srgbClr val="FBBF24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25420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23360" y="254203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admitting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denying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0" y="3072384"/>
            <a:ext cx="237744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3474720" y="3072384"/>
            <a:ext cx="849702" cy="438912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520440" y="30723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023360" y="30723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judgment/order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74720" y="3602736"/>
            <a:ext cx="237744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0" y="3602736"/>
            <a:ext cx="319177" cy="438912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520440" y="360273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23360" y="36027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Pleaded guilty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0" y="4133088"/>
            <a:ext cx="2377440" cy="43891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0" y="4133088"/>
            <a:ext cx="258792" cy="438912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520440" y="413308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023360" y="41330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allegations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1325880"/>
            <a:ext cx="274320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179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Distributions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55080" y="18288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Legal Topics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55080" y="20299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Unreg. Securities (902)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Fraud (799)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Misappropriation (320)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55080" y="26060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Courts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2807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S.D.N.Y. (203)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E.D.N.Y. (66)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 Cal. (65)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355080" y="33832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Outcomes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55080" y="35844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Perm. Injunction (738)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Disgorgement (721)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Judgment (562)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55080" y="41605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55080" y="4361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$2.5B total penalties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$977M victim losses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$9.2M avg loss/case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AI — Classification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case outcomes from structured enforcement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4747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charges_and_sections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874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94.8%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legal_topic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176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78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4780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95.9%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defendant_roles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7797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815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company_domain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0815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scheme_duration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3383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49.4%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victim_count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6850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34.0%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986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total_fine_amount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39867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40.4%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43891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LABELS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920240"/>
            <a:ext cx="3931920" cy="1097280"/>
          </a:xfrm>
          <a:prstGeom prst="rect">
            <a:avLst/>
          </a:prstGeom>
          <a:solidFill>
            <a:srgbClr val="0D3B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192024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Status</a:t>
            </a:r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binary — starting here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2331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admitting or denying  (253)
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/ Pleaded guilty  (134)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154680"/>
            <a:ext cx="3931920" cy="54864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154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Type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multi-class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(350)  ·  Final (164)  ·  Default (27)  ·  Summary (32)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794760"/>
            <a:ext cx="3931920" cy="502920"/>
          </a:xfrm>
          <a:prstGeom prst="rect">
            <a:avLst/>
          </a:prstGeom>
          <a:solidFill>
            <a:srgbClr val="162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794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Severity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ordinal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 ·  &lt;$100K  ·  $100K–$1M  ·  $1M+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584 / 902 cases (64.7%) have admission_status filled — class imbalance handling required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612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78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Archive Scrape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3990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Sol for all 26,500 cases. Validate field coverage at scale. ~8-10 hours with 5 workers.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0" y="1234440"/>
            <a:ext cx="1051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23444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756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75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19933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Data Gaps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3134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cases missing admission_status. Assess if predictable from other fields or needs re-extraction. Check class balance before modeling.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2148840"/>
            <a:ext cx="1051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14884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9077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2278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random forest on structured fields. 80/20 train/test split. Report accuracy, precision, recall, F1 per class.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3063240"/>
            <a:ext cx="1051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306324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84124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9044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8221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Approaches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1422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 or RAG on case summaries. Knowledge graph in Neo4j using JSON export. Compare against structured-field baselines.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3977640"/>
            <a:ext cx="1051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97764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4+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determine which structured case features best predict legal outcomes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 Judge AI</dc:title>
  <dc:subject>PptxGenJS Presentation</dc:subject>
  <dc:creator>CIPS AI Lab</dc:creator>
  <cp:lastModifiedBy>CIPS AI Lab</cp:lastModifiedBy>
  <cp:revision>1</cp:revision>
  <dcterms:created xsi:type="dcterms:W3CDTF">2026-04-06T21:40:37Z</dcterms:created>
  <dcterms:modified xsi:type="dcterms:W3CDTF">2026-04-06T21:40:37Z</dcterms:modified>
</cp:coreProperties>
</file>