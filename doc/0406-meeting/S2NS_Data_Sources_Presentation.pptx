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E79"/>
                </a:solidFill>
              </a:defRPr>
            </a:pPr>
            <a:r>
              <a:t>S2NS Legal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55555"/>
                </a:solidFill>
              </a:defRPr>
            </a:pPr>
            <a:r>
              <a:t>Research Progress</a:t>
            </a:r>
            <a:br/>
            <a:r>
              <a:t>Zen Wang  |  ASU CIPS Lab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Five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1.  CourtListener / RECAP API  -  Largest free legal database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2.  SEC EDGAR  -  SEC official filing system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3.  Caselaw Access Project (CAP)  -  Landmark court decisions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4.  Pile-of-Law (HuggingFace)  -  Large-scale legal corpus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5.  Internet Archive RECAP  -  Free PACER court documents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Source 1: CourtListener /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Founded by Free Law Project (non-profit), launched 2010.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Mirrors PACER data via RECAP browser extension.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Largest open-access repository of U.S. court data. REST API v4.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Data available: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Docket metadata, opinion clusters &amp; full texts, oral arguments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PACER case IDs, jurisdiction type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Parties &amp; attorneys / docket entries (paid - blocked 403)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Metadata:  Rich - case name, court, date filed/terminated, NOS code,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docket number, jurisdiction type, PACER ID, judges, parties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API throughput:  20 results/page, cursor-based pagination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Total available:  7.9M+ cases across 14 NOS categories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Securities cases (NOS 850):  67,674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CourtListener: Total Cases by Category (NOS)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731520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71600"/>
                <a:gridCol w="1371600"/>
                <a:gridCol w="137160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Total Cases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Closed (est.)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Ongoing (est.)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 Closed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Torts - Personal Injury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1,724,503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264,760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1,459,743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15.4%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Prisoner Petitions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1,457,256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180,688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1,276,568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12.4%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Civil Rights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1,086,741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16,839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1,069,902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1.5%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1,077,336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232,039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845,297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21.5%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Other Statutes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730,887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134,290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596,597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18.4%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Labor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538,429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53,725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484,704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10.0%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Social Security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339,370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111,294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228,076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32.8%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Property Rights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315,213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2,915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312,298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Real Property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222,598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37,438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185,160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16.8%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Torts - Personal 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161,420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25,800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135,620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16.0%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Forfeiture/Penalty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79,684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22,575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57,109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28.3%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Immigration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72,153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5,466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66,687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7.6%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Securities (NOS 850)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67,674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9,474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58,200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14.0%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Federal 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44,133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6,020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38,113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13.6%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7,917,397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1,103,323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6,814,074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13.9%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Source 2: SEC EDGAR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Electronic Data Gathering, Analysis, and Retrieval system.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Operated by SEC since 1996. All public companies must file here.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Free bulk access via data.sec.gov API. No auth key needed.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Data available: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Company info: CIK, SIC code, tickers, exchanges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Filing types: 10-K, 8-K, 10-Q, 20-F, 6-K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Filing dates, accession numbers, descriptions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Full filing documents (HTML)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Metadata:  Rich - company name, CIK, SIC code, tickers, exchanges,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state of incorporation, filing type, date, accession number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Source 3: Caselaw Access Project (CAP)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Harvard Law School project, digitized 6.7M+ cases from 360+ years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of U.S. case law. API deprecated in 2024; data now accessible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via CourtListener. Licensed CC0 (public domain).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Data available: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Case name, date filed, court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Multiple citation formats (U.S., S.Ct., L.Ed., LEXIS)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Judges, docket number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Full opinion texts (majority, concurrence, dissent)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Citation network (cited_by count), legal principles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Metadata:  Rich - case name, court, date filed, citations (4 formats),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judges, docket number, legal principle, citation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Source 4: Pile-of-Law (HuggingFace)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Published by Hendrycks et al. (2022). A 256GB corpus of legal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and administrative text for NLP research. Hosted on HuggingFace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Datasets with streaming support. No auth needed.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Data available (4 subsets):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courtlistener_opinions: court opinion full texts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courtlistener_docket_entry_documents: docket entries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atticus_contracts: contract documents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federal_register: federal regulations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Metadata:  Minimal - only text, created_timestamp,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downloaded_timestamp, url per sample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Note:  Some subsets (e.g. CAP) require author approval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Source 5: Internet Archive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RECAP = "Turning PACER Around". Stores PACER documents 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Internet Archive for free public access. Run by Free Law Project.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Documents uploaded by RECAP browser extension users. No auth needed.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Data available: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Case PDFs (complaints, motions, orders, etc.)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Docket XML / JSON files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Internet Archive metadata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File manifest (complete list of all files)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Metadata:  Moderate - IA identifier, title, total file count,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PDF count, file manifest. Legal metadata is inside PDFs (unstructured)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Data Availability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19" y="914400"/>
          <a:ext cx="768096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91440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CourtListener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SEC EDGAR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CAP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Pile-of-Law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IA RECAP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Case Name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Court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67E22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Date Filed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Docket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Nature of Suit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Opinion Texts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Court PDFs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67E22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Citations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Judges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Parties/Attorneys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67E22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Financial Filings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Company 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Oral Arguments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Contracts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Federal Register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E7D3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628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Source Priority for S2NS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1st Choice:  CourtListener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Most comprehensive case metadata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Full opinion texts with citation networks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Covers federal &amp; state courts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Direct API access to structured data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2nd Choice:  Internet Archive RECAP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Free access to actual PACER court documents (PDFs)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Complements CourtListener with original filings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No authentication required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Large volume of documents available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File Locations: CourtListener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File Path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Search Results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data/courtlistener_cases/{id}/search_result.json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Docket Metadata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data/courtlistener_cases/{id}/docket_metadata.json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Docket Entries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data/courtlistener_cases/{id}/docket_entries.json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Opinions (JSON)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data/courtlistener_cases/{id}/opinions.json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Opinion Texts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data/courtlistener_cases/{id}/opinion_*.txt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Parties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data/courtlistener_cases/{id}/parties.json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Case Summary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data/courtlistener_cases/{id}/case_summary.json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All Cases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data/courtlistener_cases/_all_cases_summary.json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Extended (50)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data/courtlistener_full_50/{id}/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Data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data/courtlistener_full_50/_DATA_REPORT.txt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File Locations: SEC EDGAR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File Path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Submissions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data/edgar_cases/{Company}/submissions.json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10-K Filings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data/edgar_cases/{Company}/10-K_*.htm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8-K Filings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data/edgar_cases/{Company}/8-K_*.htm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10-Q Filings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data/edgar_cases/{Company}/10-Q_*.htm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Case Summary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data/edgar_cases/{Company}/case_summary.json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All Cases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data/edgar_cases/_all_cases_summary.json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File Locations: CAP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File Path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Search Result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data/cap_cases/{CaseName}/search_result.json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Cluster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data/cap_cases/{CaseName}/cluster.json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Opinion Texts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data/cap_cases/{CaseName}/opinion_*_*.txt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Cited 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data/cap_cases/{CaseName}/cited_by.json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Metadata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data/cap_cases/{CaseName}/metadata.json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All Cases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data/cap_cases/_all_cases_summary.json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File Locations: Pile-of-Law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File Path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Court Opinions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data/pile_of_law_samples/courtlistener_opinions/sample_*.json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Docket Entries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data/pile_of_law_samples/courtlistener_docket_entry_documents/sample_*.json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Contracts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data/pile_of_law_samples/atticus_contracts/sample_*.json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Federal Register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data/pile_of_law_samples/federal_register/sample_*.json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Subset Summary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data/pile_of_law_samples/{subset}/subset_summary.json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All Subsets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data/pile_of_law_samples/_all_subsets_summary.json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File Locations: IA RECAP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File Path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IA Metadata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data/ia_recap_cases/{identifier}/ia_metadata.json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File Manifest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data/ia_recap_cases/{identifier}/file_manifest.json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Docket Files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data/ia_recap_cases/{identifier}/docket*.xml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Court PDFs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data/ia_recap_cases/{identifier}/*.pdf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Case Summary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data/ia_recap_cases/{identifier}/case_summary.json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All Cases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data/ia_recap_cases/_all_cases_summary.json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Data Collected: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- 5 sources, ~229 MB total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- 80+ cases, 71 PDFs, 14 companies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- Structured metadata + full-text documents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Next Steps: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1. Fix CourtListener 403 issue (paid endpoints)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2. Expand case collection across all sources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3. Build S2NS judge AI training pipeline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4. Integrate data sources for comprehensive coverage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